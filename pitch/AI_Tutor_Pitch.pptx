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We're a CAPS-aligned multilingual AI tutor that meets every learner — smartphone or feature phone — where they are. Powered by Dell AI Factory. Zero-rated on Vodacom.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seam between channel UI and reasoning is intentional. Providers are abstract base classes; real Dell endpoints plug into the same interfaces the mocks satisfy. The deterministic math analyzer grounds the LLM so it cannot hallucinate the answer — the LLM only explains a verified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Zero-rated on Vodacom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via Vodacom WhatsApp bundles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by definition (aggregator path)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Channel-agnostic engine, swappable providers.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377440" cy="6400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300" b="1">
                <a:solidFill>
                  <a:srgbClr val="03110D"/>
                </a:solidFill>
              </a:rPr>
              <a:t>WhatsApp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66160"/>
            <a:ext cx="2377440" cy="6400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300" b="1">
                <a:solidFill>
                  <a:srgbClr val="03110D"/>
                </a:solidFill>
              </a:rPr>
              <a:t>USSD aggregator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3154680"/>
            <a:ext cx="3108960" cy="6400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423160"/>
            <a:ext cx="3291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LLM (Dell AI Factory NIM)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017520"/>
            <a:ext cx="3291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Vision (Dell VLM)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611880"/>
            <a:ext cx="3291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Translation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206240"/>
            <a:ext cx="3291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9CFF8C"/>
                </a:solidFill>
              </a:rPr>
              <a:t>Past Papers + CAPS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8696A0"/>
                </a:solidFill>
                <a:latin typeface="Calibri"/>
              </a:rPr>
              <a:t>Mock providers ↔ Dell providers swap by env var. No code rewrite.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Zero at point of use (zero-rated)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